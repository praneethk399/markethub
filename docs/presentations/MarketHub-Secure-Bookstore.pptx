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Squada On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AC2C6-42D8-4462-BE1D-88C613FE4828}" v="4" dt="2026-10-05T09:18:07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ya Mishra" userId="120f2a9460fd5965" providerId="LiveId" clId="{8F407A53-7BFD-4225-A3EB-AF344E0DB23D}"/>
    <pc:docChg chg="undo custSel modSld">
      <pc:chgData name="Ranya Mishra" userId="120f2a9460fd5965" providerId="LiveId" clId="{8F407A53-7BFD-4225-A3EB-AF344E0DB23D}" dt="2026-10-05T17:59:13.161" v="266" actId="1076"/>
      <pc:docMkLst>
        <pc:docMk/>
      </pc:docMkLst>
      <pc:sldChg chg="addSp modSp mod">
        <pc:chgData name="Ranya Mishra" userId="120f2a9460fd5965" providerId="LiveId" clId="{8F407A53-7BFD-4225-A3EB-AF344E0DB23D}" dt="2026-10-05T17:59:13.161" v="266" actId="1076"/>
        <pc:sldMkLst>
          <pc:docMk/>
          <pc:sldMk cId="0" sldId="256"/>
        </pc:sldMkLst>
        <pc:spChg chg="mod">
          <ac:chgData name="Ranya Mishra" userId="120f2a9460fd5965" providerId="LiveId" clId="{8F407A53-7BFD-4225-A3EB-AF344E0DB23D}" dt="2026-10-05T17:59:13.161" v="266" actId="1076"/>
          <ac:spMkLst>
            <pc:docMk/>
            <pc:sldMk cId="0" sldId="256"/>
            <ac:spMk id="9" creationId="{F7EDE593-2974-B9CA-F845-36F415F31257}"/>
          </ac:spMkLst>
        </pc:spChg>
        <pc:spChg chg="add mod">
          <ac:chgData name="Ranya Mishra" userId="120f2a9460fd5965" providerId="LiveId" clId="{8F407A53-7BFD-4225-A3EB-AF344E0DB23D}" dt="2026-10-05T09:33:09.857" v="260" actId="113"/>
          <ac:spMkLst>
            <pc:docMk/>
            <pc:sldMk cId="0" sldId="256"/>
            <ac:spMk id="12" creationId="{CC15A0EC-460F-55B5-7CBC-54C8467B2E9D}"/>
          </ac:spMkLst>
        </pc:spChg>
        <pc:picChg chg="add mod modCrop">
          <ac:chgData name="Ranya Mishra" userId="120f2a9460fd5965" providerId="LiveId" clId="{8F407A53-7BFD-4225-A3EB-AF344E0DB23D}" dt="2026-10-05T09:12:21.421" v="198" actId="1076"/>
          <ac:picMkLst>
            <pc:docMk/>
            <pc:sldMk cId="0" sldId="256"/>
            <ac:picMk id="11" creationId="{0FCC3873-1D23-57B0-22B1-FCA318062565}"/>
          </ac:picMkLst>
        </pc:picChg>
      </pc:sldChg>
      <pc:sldChg chg="addSp delSp modSp mod">
        <pc:chgData name="Ranya Mishra" userId="120f2a9460fd5965" providerId="LiveId" clId="{8F407A53-7BFD-4225-A3EB-AF344E0DB23D}" dt="2026-10-05T09:29:28.052" v="248" actId="14100"/>
        <pc:sldMkLst>
          <pc:docMk/>
          <pc:sldMk cId="2626034231" sldId="257"/>
        </pc:sldMkLst>
        <pc:spChg chg="del mod">
          <ac:chgData name="Ranya Mishra" userId="120f2a9460fd5965" providerId="LiveId" clId="{8F407A53-7BFD-4225-A3EB-AF344E0DB23D}" dt="2026-10-05T09:25:24.874" v="226" actId="21"/>
          <ac:spMkLst>
            <pc:docMk/>
            <pc:sldMk cId="2626034231" sldId="257"/>
            <ac:spMk id="9" creationId="{4A2F08F0-E0EC-9B1F-E67D-53E9B28569D5}"/>
          </ac:spMkLst>
        </pc:spChg>
        <pc:spChg chg="mod">
          <ac:chgData name="Ranya Mishra" userId="120f2a9460fd5965" providerId="LiveId" clId="{8F407A53-7BFD-4225-A3EB-AF344E0DB23D}" dt="2026-10-05T09:13:08.495" v="204" actId="1076"/>
          <ac:spMkLst>
            <pc:docMk/>
            <pc:sldMk cId="2626034231" sldId="257"/>
            <ac:spMk id="10" creationId="{6636F0DF-1675-56A1-106A-A5668D83A1A4}"/>
          </ac:spMkLst>
        </pc:spChg>
        <pc:picChg chg="add mod modCrop">
          <ac:chgData name="Ranya Mishra" userId="120f2a9460fd5965" providerId="LiveId" clId="{8F407A53-7BFD-4225-A3EB-AF344E0DB23D}" dt="2026-10-05T09:26:16.062" v="231" actId="732"/>
          <ac:picMkLst>
            <pc:docMk/>
            <pc:sldMk cId="2626034231" sldId="257"/>
            <ac:picMk id="12" creationId="{C760B5C2-A5FB-845A-7EDB-68A3C7472AB4}"/>
          </ac:picMkLst>
        </pc:picChg>
        <pc:picChg chg="add mod modCrop">
          <ac:chgData name="Ranya Mishra" userId="120f2a9460fd5965" providerId="LiveId" clId="{8F407A53-7BFD-4225-A3EB-AF344E0DB23D}" dt="2026-10-05T09:28:25.208" v="237" actId="732"/>
          <ac:picMkLst>
            <pc:docMk/>
            <pc:sldMk cId="2626034231" sldId="257"/>
            <ac:picMk id="14" creationId="{ACEE810D-9412-31CF-AAB1-E9BFF3D28EFC}"/>
          </ac:picMkLst>
        </pc:picChg>
        <pc:picChg chg="add mod modCrop">
          <ac:chgData name="Ranya Mishra" userId="120f2a9460fd5965" providerId="LiveId" clId="{8F407A53-7BFD-4225-A3EB-AF344E0DB23D}" dt="2026-10-05T09:29:28.052" v="248" actId="14100"/>
          <ac:picMkLst>
            <pc:docMk/>
            <pc:sldMk cId="2626034231" sldId="257"/>
            <ac:picMk id="16" creationId="{5708F251-425A-F3F7-2ADD-2AC27DB29CFE}"/>
          </ac:picMkLst>
        </pc:picChg>
      </pc:sldChg>
      <pc:sldChg chg="addSp modSp mod">
        <pc:chgData name="Ranya Mishra" userId="120f2a9460fd5965" providerId="LiveId" clId="{8F407A53-7BFD-4225-A3EB-AF344E0DB23D}" dt="2026-10-05T09:14:45.098" v="207" actId="14100"/>
        <pc:sldMkLst>
          <pc:docMk/>
          <pc:sldMk cId="2860845935" sldId="258"/>
        </pc:sldMkLst>
        <pc:spChg chg="mod">
          <ac:chgData name="Ranya Mishra" userId="120f2a9460fd5965" providerId="LiveId" clId="{8F407A53-7BFD-4225-A3EB-AF344E0DB23D}" dt="2026-10-05T09:00:12.695" v="121" actId="1076"/>
          <ac:spMkLst>
            <pc:docMk/>
            <pc:sldMk cId="2860845935" sldId="258"/>
            <ac:spMk id="9" creationId="{91110A80-3F60-58EA-577A-043288D861D7}"/>
          </ac:spMkLst>
        </pc:spChg>
        <pc:picChg chg="add mod">
          <ac:chgData name="Ranya Mishra" userId="120f2a9460fd5965" providerId="LiveId" clId="{8F407A53-7BFD-4225-A3EB-AF344E0DB23D}" dt="2026-10-05T09:05:05.322" v="150" actId="14100"/>
          <ac:picMkLst>
            <pc:docMk/>
            <pc:sldMk cId="2860845935" sldId="258"/>
            <ac:picMk id="11" creationId="{6764924B-F8F2-5A57-5BDA-94F561260061}"/>
          </ac:picMkLst>
        </pc:picChg>
        <pc:picChg chg="add mod modCrop">
          <ac:chgData name="Ranya Mishra" userId="120f2a9460fd5965" providerId="LiveId" clId="{8F407A53-7BFD-4225-A3EB-AF344E0DB23D}" dt="2026-10-05T09:14:45.098" v="207" actId="14100"/>
          <ac:picMkLst>
            <pc:docMk/>
            <pc:sldMk cId="2860845935" sldId="258"/>
            <ac:picMk id="13" creationId="{720D9133-9003-7516-2F41-8412B6DFFDFD}"/>
          </ac:picMkLst>
        </pc:picChg>
        <pc:picChg chg="add mod modCrop">
          <ac:chgData name="Ranya Mishra" userId="120f2a9460fd5965" providerId="LiveId" clId="{8F407A53-7BFD-4225-A3EB-AF344E0DB23D}" dt="2026-10-05T09:14:35.571" v="205" actId="14100"/>
          <ac:picMkLst>
            <pc:docMk/>
            <pc:sldMk cId="2860845935" sldId="258"/>
            <ac:picMk id="15" creationId="{AE64D22E-496B-1181-A6A5-E71746EDB671}"/>
          </ac:picMkLst>
        </pc:picChg>
      </pc:sldChg>
      <pc:sldChg chg="addSp delSp modSp mod">
        <pc:chgData name="Ranya Mishra" userId="120f2a9460fd5965" providerId="LiveId" clId="{8F407A53-7BFD-4225-A3EB-AF344E0DB23D}" dt="2026-10-05T08:57:16.177" v="104" actId="14100"/>
        <pc:sldMkLst>
          <pc:docMk/>
          <pc:sldMk cId="491364968" sldId="259"/>
        </pc:sldMkLst>
        <pc:spChg chg="mod">
          <ac:chgData name="Ranya Mishra" userId="120f2a9460fd5965" providerId="LiveId" clId="{8F407A53-7BFD-4225-A3EB-AF344E0DB23D}" dt="2026-10-05T08:55:17.697" v="87" actId="1076"/>
          <ac:spMkLst>
            <pc:docMk/>
            <pc:sldMk cId="491364968" sldId="259"/>
            <ac:spMk id="9" creationId="{18D0927C-F8F3-3376-7641-A785E454E095}"/>
          </ac:spMkLst>
        </pc:spChg>
        <pc:picChg chg="add mod modCrop">
          <ac:chgData name="Ranya Mishra" userId="120f2a9460fd5965" providerId="LiveId" clId="{8F407A53-7BFD-4225-A3EB-AF344E0DB23D}" dt="2026-10-05T08:56:48.517" v="102" actId="14100"/>
          <ac:picMkLst>
            <pc:docMk/>
            <pc:sldMk cId="491364968" sldId="259"/>
            <ac:picMk id="11" creationId="{937566AF-E0C5-0E6F-813D-4B916D5098F8}"/>
          </ac:picMkLst>
        </pc:picChg>
        <pc:picChg chg="add del">
          <ac:chgData name="Ranya Mishra" userId="120f2a9460fd5965" providerId="LiveId" clId="{8F407A53-7BFD-4225-A3EB-AF344E0DB23D}" dt="2026-10-05T08:56:23.079" v="97" actId="21"/>
          <ac:picMkLst>
            <pc:docMk/>
            <pc:sldMk cId="491364968" sldId="259"/>
            <ac:picMk id="13" creationId="{221D2EBA-7869-2DFE-41F9-E4D100E0C75C}"/>
          </ac:picMkLst>
        </pc:picChg>
        <pc:picChg chg="add mod">
          <ac:chgData name="Ranya Mishra" userId="120f2a9460fd5965" providerId="LiveId" clId="{8F407A53-7BFD-4225-A3EB-AF344E0DB23D}" dt="2026-10-05T08:57:16.177" v="104" actId="14100"/>
          <ac:picMkLst>
            <pc:docMk/>
            <pc:sldMk cId="491364968" sldId="259"/>
            <ac:picMk id="15" creationId="{FD3D99DD-0AFC-5B38-3EB1-35F3363983E1}"/>
          </ac:picMkLst>
        </pc:picChg>
      </pc:sldChg>
      <pc:sldChg chg="addSp modSp mod">
        <pc:chgData name="Ranya Mishra" userId="120f2a9460fd5965" providerId="LiveId" clId="{8F407A53-7BFD-4225-A3EB-AF344E0DB23D}" dt="2026-10-05T08:52:16.674" v="82" actId="14100"/>
        <pc:sldMkLst>
          <pc:docMk/>
          <pc:sldMk cId="1566466836" sldId="260"/>
        </pc:sldMkLst>
        <pc:spChg chg="mod">
          <ac:chgData name="Ranya Mishra" userId="120f2a9460fd5965" providerId="LiveId" clId="{8F407A53-7BFD-4225-A3EB-AF344E0DB23D}" dt="2026-10-05T08:48:40.273" v="74" actId="1076"/>
          <ac:spMkLst>
            <pc:docMk/>
            <pc:sldMk cId="1566466836" sldId="260"/>
            <ac:spMk id="9" creationId="{7F2888C6-E0A4-97C3-D04E-B2C7874164F0}"/>
          </ac:spMkLst>
        </pc:spChg>
        <pc:picChg chg="add mod modCrop">
          <ac:chgData name="Ranya Mishra" userId="120f2a9460fd5965" providerId="LiveId" clId="{8F407A53-7BFD-4225-A3EB-AF344E0DB23D}" dt="2026-10-05T08:52:16.674" v="82" actId="14100"/>
          <ac:picMkLst>
            <pc:docMk/>
            <pc:sldMk cId="1566466836" sldId="260"/>
            <ac:picMk id="11" creationId="{77AC228F-9152-61C5-3BF8-A573C8DA1806}"/>
          </ac:picMkLst>
        </pc:picChg>
      </pc:sldChg>
      <pc:sldChg chg="addSp modSp mod">
        <pc:chgData name="Ranya Mishra" userId="120f2a9460fd5965" providerId="LiveId" clId="{8F407A53-7BFD-4225-A3EB-AF344E0DB23D}" dt="2026-10-05T09:32:11.642" v="259" actId="1076"/>
        <pc:sldMkLst>
          <pc:docMk/>
          <pc:sldMk cId="1343001786" sldId="261"/>
        </pc:sldMkLst>
        <pc:spChg chg="mod">
          <ac:chgData name="Ranya Mishra" userId="120f2a9460fd5965" providerId="LiveId" clId="{8F407A53-7BFD-4225-A3EB-AF344E0DB23D}" dt="2026-10-05T08:41:40.754" v="33" actId="1076"/>
          <ac:spMkLst>
            <pc:docMk/>
            <pc:sldMk cId="1343001786" sldId="261"/>
            <ac:spMk id="9" creationId="{E9CD5AFB-617A-6A1F-0526-D207B32E0DE6}"/>
          </ac:spMkLst>
        </pc:spChg>
        <pc:picChg chg="add mod">
          <ac:chgData name="Ranya Mishra" userId="120f2a9460fd5965" providerId="LiveId" clId="{8F407A53-7BFD-4225-A3EB-AF344E0DB23D}" dt="2026-10-05T08:43:03.943" v="38" actId="14100"/>
          <ac:picMkLst>
            <pc:docMk/>
            <pc:sldMk cId="1343001786" sldId="261"/>
            <ac:picMk id="11" creationId="{3BC0FE2A-5960-A605-34C0-D74F2FCCD4DB}"/>
          </ac:picMkLst>
        </pc:picChg>
        <pc:picChg chg="add mod">
          <ac:chgData name="Ranya Mishra" userId="120f2a9460fd5965" providerId="LiveId" clId="{8F407A53-7BFD-4225-A3EB-AF344E0DB23D}" dt="2026-10-05T09:31:37.261" v="252" actId="14100"/>
          <ac:picMkLst>
            <pc:docMk/>
            <pc:sldMk cId="1343001786" sldId="261"/>
            <ac:picMk id="13" creationId="{42313FE4-6E69-40BD-A842-449E8BDDD780}"/>
          </ac:picMkLst>
        </pc:picChg>
        <pc:picChg chg="add mod">
          <ac:chgData name="Ranya Mishra" userId="120f2a9460fd5965" providerId="LiveId" clId="{8F407A53-7BFD-4225-A3EB-AF344E0DB23D}" dt="2026-10-05T09:32:11.642" v="259" actId="1076"/>
          <ac:picMkLst>
            <pc:docMk/>
            <pc:sldMk cId="1343001786" sldId="261"/>
            <ac:picMk id="15" creationId="{57CF9D76-B91C-37C2-78F3-055A3F3DC985}"/>
          </ac:picMkLst>
        </pc:picChg>
      </pc:sldChg>
      <pc:sldChg chg="addSp delSp modSp mod">
        <pc:chgData name="Ranya Mishra" userId="120f2a9460fd5965" providerId="LiveId" clId="{8F407A53-7BFD-4225-A3EB-AF344E0DB23D}" dt="2026-10-05T09:45:21.912" v="263" actId="1076"/>
        <pc:sldMkLst>
          <pc:docMk/>
          <pc:sldMk cId="3021745043" sldId="262"/>
        </pc:sldMkLst>
        <pc:spChg chg="del mod">
          <ac:chgData name="Ranya Mishra" userId="120f2a9460fd5965" providerId="LiveId" clId="{8F407A53-7BFD-4225-A3EB-AF344E0DB23D}" dt="2026-10-05T08:33:48.190" v="7" actId="21"/>
          <ac:spMkLst>
            <pc:docMk/>
            <pc:sldMk cId="3021745043" sldId="262"/>
            <ac:spMk id="9" creationId="{45E70B45-A1A2-F47D-971A-C75A33CDCF10}"/>
          </ac:spMkLst>
        </pc:spChg>
        <pc:spChg chg="add mod">
          <ac:chgData name="Ranya Mishra" userId="120f2a9460fd5965" providerId="LiveId" clId="{8F407A53-7BFD-4225-A3EB-AF344E0DB23D}" dt="2026-10-05T08:40:58.948" v="30" actId="1076"/>
          <ac:spMkLst>
            <pc:docMk/>
            <pc:sldMk cId="3021745043" sldId="262"/>
            <ac:spMk id="11" creationId="{60CD44E5-F3EC-A9FC-A9FF-6F0C9277EFF8}"/>
          </ac:spMkLst>
        </pc:spChg>
        <pc:picChg chg="add mod modCrop">
          <ac:chgData name="Ranya Mishra" userId="120f2a9460fd5965" providerId="LiveId" clId="{8F407A53-7BFD-4225-A3EB-AF344E0DB23D}" dt="2026-10-05T08:46:21.369" v="64" actId="14100"/>
          <ac:picMkLst>
            <pc:docMk/>
            <pc:sldMk cId="3021745043" sldId="262"/>
            <ac:picMk id="13" creationId="{C04335AC-16A7-4BD4-64F0-BE50924DB9E1}"/>
          </ac:picMkLst>
        </pc:picChg>
        <pc:picChg chg="add mod modCrop">
          <ac:chgData name="Ranya Mishra" userId="120f2a9460fd5965" providerId="LiveId" clId="{8F407A53-7BFD-4225-A3EB-AF344E0DB23D}" dt="2026-10-05T08:46:38.809" v="68" actId="14100"/>
          <ac:picMkLst>
            <pc:docMk/>
            <pc:sldMk cId="3021745043" sldId="262"/>
            <ac:picMk id="15" creationId="{17ADF652-043C-629E-3F30-4CA6761BCC4B}"/>
          </ac:picMkLst>
        </pc:picChg>
        <pc:picChg chg="add mod modCrop">
          <ac:chgData name="Ranya Mishra" userId="120f2a9460fd5965" providerId="LiveId" clId="{8F407A53-7BFD-4225-A3EB-AF344E0DB23D}" dt="2026-10-05T09:45:21.912" v="263" actId="1076"/>
          <ac:picMkLst>
            <pc:docMk/>
            <pc:sldMk cId="3021745043" sldId="262"/>
            <ac:picMk id="17" creationId="{B4F590B5-2607-EFCF-5BBB-3A10A1161FD8}"/>
          </ac:picMkLst>
        </pc:picChg>
      </pc:sldChg>
      <pc:sldChg chg="addSp delSp modSp mod">
        <pc:chgData name="Ranya Mishra" userId="120f2a9460fd5965" providerId="LiveId" clId="{8F407A53-7BFD-4225-A3EB-AF344E0DB23D}" dt="2026-10-05T09:19:32.982" v="223" actId="14100"/>
        <pc:sldMkLst>
          <pc:docMk/>
          <pc:sldMk cId="3765942123" sldId="263"/>
        </pc:sldMkLst>
        <pc:spChg chg="mod">
          <ac:chgData name="Ranya Mishra" userId="120f2a9460fd5965" providerId="LiveId" clId="{8F407A53-7BFD-4225-A3EB-AF344E0DB23D}" dt="2026-10-05T09:18:31.980" v="214" actId="1076"/>
          <ac:spMkLst>
            <pc:docMk/>
            <pc:sldMk cId="3765942123" sldId="263"/>
            <ac:spMk id="9" creationId="{04C58E64-6555-9DBC-F421-00615D57B651}"/>
          </ac:spMkLst>
        </pc:spChg>
        <pc:spChg chg="add del">
          <ac:chgData name="Ranya Mishra" userId="120f2a9460fd5965" providerId="LiveId" clId="{8F407A53-7BFD-4225-A3EB-AF344E0DB23D}" dt="2026-10-05T09:18:36.535" v="216" actId="22"/>
          <ac:spMkLst>
            <pc:docMk/>
            <pc:sldMk cId="3765942123" sldId="263"/>
            <ac:spMk id="11" creationId="{1F5A705B-C02B-4F79-CFB4-8CCB4ABF743F}"/>
          </ac:spMkLst>
        </pc:spChg>
        <pc:picChg chg="add mod modCrop">
          <ac:chgData name="Ranya Mishra" userId="120f2a9460fd5965" providerId="LiveId" clId="{8F407A53-7BFD-4225-A3EB-AF344E0DB23D}" dt="2026-10-05T09:19:32.982" v="223" actId="14100"/>
          <ac:picMkLst>
            <pc:docMk/>
            <pc:sldMk cId="3765942123" sldId="263"/>
            <ac:picMk id="13" creationId="{CA8B2D0C-0712-4DFF-8460-F3B97C78B22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DE593-2974-B9CA-F845-36F415F31257}"/>
              </a:ext>
            </a:extLst>
          </p:cNvPr>
          <p:cNvSpPr txBox="1"/>
          <p:nvPr/>
        </p:nvSpPr>
        <p:spPr>
          <a:xfrm>
            <a:off x="7505565" y="824385"/>
            <a:ext cx="3276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MarketHub</a:t>
            </a:r>
            <a:endParaRPr lang="en-IN" sz="4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CC3873-1D23-57B0-22B1-FCA3180625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700" b="3511"/>
          <a:stretch>
            <a:fillRect/>
          </a:stretch>
        </p:blipFill>
        <p:spPr>
          <a:xfrm>
            <a:off x="515869" y="3879243"/>
            <a:ext cx="17256260" cy="48212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15A0EC-460F-55B5-7CBC-54C8467B2E9D}"/>
              </a:ext>
            </a:extLst>
          </p:cNvPr>
          <p:cNvSpPr txBox="1"/>
          <p:nvPr/>
        </p:nvSpPr>
        <p:spPr>
          <a:xfrm>
            <a:off x="7239000" y="2390508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80B08-A2E5-0683-3AC0-1DF0DECD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A32B1A-DC73-7627-B35F-9495B1F4137D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88A5953-84EE-BFCF-5084-F7714B51BD51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FB5DFCA-832A-9C6A-6B47-D8082859794E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E6243C0-A813-8632-0BC7-F4B3E194723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2E1C110-89E2-A6FF-5163-8DC1D8F2AD3D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8DFAC3B-D4A8-D083-A2DE-C1FACCE8E1A8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31378EA-C4F0-24F9-90C4-BEE0F091FA51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6F0DF-1675-56A1-106A-A5668D83A1A4}"/>
              </a:ext>
            </a:extLst>
          </p:cNvPr>
          <p:cNvSpPr txBox="1"/>
          <p:nvPr/>
        </p:nvSpPr>
        <p:spPr>
          <a:xfrm>
            <a:off x="6428737" y="1136703"/>
            <a:ext cx="543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→ Our Approach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60B5C2-A5FB-845A-7EDB-68A3C7472A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921"/>
          <a:stretch>
            <a:fillRect/>
          </a:stretch>
        </p:blipFill>
        <p:spPr>
          <a:xfrm>
            <a:off x="507733" y="6289853"/>
            <a:ext cx="17271281" cy="3505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EE810D-9412-31CF-AAB1-E9BFF3D28E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95"/>
          <a:stretch>
            <a:fillRect/>
          </a:stretch>
        </p:blipFill>
        <p:spPr>
          <a:xfrm>
            <a:off x="218436" y="1953849"/>
            <a:ext cx="17560577" cy="4296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08F251-425A-F3F7-2ADD-2AC27DB29C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917" t="4505" r="1195" b="83149"/>
          <a:stretch>
            <a:fillRect/>
          </a:stretch>
        </p:blipFill>
        <p:spPr>
          <a:xfrm>
            <a:off x="507732" y="1991135"/>
            <a:ext cx="17094467" cy="63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3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DF89-0C71-684C-7C06-CA4E095D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D5E051-6461-2A95-9DAD-347B1CBEE8F9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206C992-6816-41F6-11BA-2918153DC7F3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C1C2647-2C94-3071-371B-6F717F5ECB33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20CFDC4-FFB3-5B6D-8FDE-B7BA0144856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37E3B5D-5665-04C5-FA8B-B680799B1F87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EBC8569-0285-9B2A-BD35-DDA528B0AA64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CF63A8F-8008-8F2E-8A87-63FB44F43F56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10A80-3F60-58EA-577A-043288D861D7}"/>
              </a:ext>
            </a:extLst>
          </p:cNvPr>
          <p:cNvSpPr txBox="1"/>
          <p:nvPr/>
        </p:nvSpPr>
        <p:spPr>
          <a:xfrm>
            <a:off x="7010400" y="1072212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Built 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64924B-F8F2-5A57-5BDA-94F561260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33" y="7734300"/>
            <a:ext cx="17256259" cy="1638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0D9133-9003-7516-2F41-8412B6DFFD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959" t="13603" r="-1" b="13637"/>
          <a:stretch>
            <a:fillRect/>
          </a:stretch>
        </p:blipFill>
        <p:spPr>
          <a:xfrm>
            <a:off x="12725400" y="1834152"/>
            <a:ext cx="5076692" cy="6234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64D22E-496B-1181-A6A5-E71746EDB67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1" t="13282" r="26004" b="14648"/>
          <a:stretch>
            <a:fillRect/>
          </a:stretch>
        </p:blipFill>
        <p:spPr>
          <a:xfrm>
            <a:off x="545833" y="1834152"/>
            <a:ext cx="12027167" cy="578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4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F3E3-D813-67FA-32F0-DE768B53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BD8E9C-772E-36CA-EE2B-A80E7E8B5482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C37E8E-4C61-C204-BE42-5CDCB7BAFFA2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B490A26-BCEA-2A86-576A-380C9EC249F1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ED55160-BCE9-DCFC-DF47-777F455D218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831BEE8-46F5-E444-39A0-9008EB2EA5D5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B2D2B67-3C44-663A-F68B-06269B1A4C2C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29C42F7-26A7-FE80-288D-12A2D0103407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0927C-F8F3-3376-7641-A785E454E095}"/>
              </a:ext>
            </a:extLst>
          </p:cNvPr>
          <p:cNvSpPr txBox="1"/>
          <p:nvPr/>
        </p:nvSpPr>
        <p:spPr>
          <a:xfrm>
            <a:off x="7626216" y="1105239"/>
            <a:ext cx="3035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Built</a:t>
            </a:r>
            <a:br>
              <a:rPr lang="en-IN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7566AF-E0C5-0E6F-813D-4B916D5098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5" t="54091" r="1675"/>
          <a:stretch>
            <a:fillRect/>
          </a:stretch>
        </p:blipFill>
        <p:spPr>
          <a:xfrm>
            <a:off x="545833" y="6172200"/>
            <a:ext cx="17256260" cy="3467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3D99DD-0AFC-5B38-3EB1-35F336398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953" y="1836196"/>
            <a:ext cx="17512140" cy="433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6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967C-D0C6-CB7C-0E0E-C9F2E15B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0C8142-F9C1-929F-B7D3-4F12EEC027D3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01F8D7-366E-DE29-901E-758056F57F76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018B239-AAEA-1658-3DF8-07C53CCB35E8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0B680A6-8877-EB19-1818-12744C0D804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BBF2F38-BFAE-B3D1-D3B2-E5B5F2739013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5F4BA87-C570-4E42-4741-0B586E70D8C5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08734A5-02A9-787C-6C35-956F9D7AEF58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888C6-E0A4-97C3-D04E-B2C7874164F0}"/>
              </a:ext>
            </a:extLst>
          </p:cNvPr>
          <p:cNvSpPr txBox="1"/>
          <p:nvPr/>
        </p:nvSpPr>
        <p:spPr>
          <a:xfrm>
            <a:off x="7086600" y="1118378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Secured It</a:t>
            </a:r>
            <a:b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AC228F-9152-61C5-3BF8-A573C8DA18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609" b="3391"/>
          <a:stretch>
            <a:fillRect/>
          </a:stretch>
        </p:blipFill>
        <p:spPr>
          <a:xfrm>
            <a:off x="545833" y="2057400"/>
            <a:ext cx="17256260" cy="750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6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F49D-3628-BACB-35C1-343A8BCD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45C12E-D685-C477-CA24-7DA8C7B9015D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0CF2ED5-7A7F-E3DD-E4FC-146E0E5983EF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B4E5FDA-01EF-CD41-A472-0499FCE56872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32082FD-47BD-C72E-5267-EDADF400219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A2F7A-34B8-46F5-BCAE-91703B573318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CE5598-72C3-7A1D-2DD2-C8CD6945D0DE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AC055C3-1659-76E5-D4CE-276DF0608B85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D5AFB-617A-6A1F-0526-D207B32E0DE6}"/>
              </a:ext>
            </a:extLst>
          </p:cNvPr>
          <p:cNvSpPr txBox="1"/>
          <p:nvPr/>
        </p:nvSpPr>
        <p:spPr>
          <a:xfrm>
            <a:off x="7390907" y="1118378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Tested It</a:t>
            </a:r>
            <a:b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C0FE2A-5960-A605-34C0-D74F2FCCD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095500"/>
            <a:ext cx="16940814" cy="396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313FE4-6E69-40BD-A842-449E8BDDD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81" y="6172200"/>
            <a:ext cx="8176720" cy="36228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CF9D76-B91C-37C2-78F3-055A3F3DC9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1" y="6172199"/>
            <a:ext cx="8470407" cy="362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0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D0FA-ED72-404E-43EE-ADA746F1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5537D4-C8BD-FD6C-040E-3CADEBE2F8CB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EB683DE-ED88-D536-0ECE-DCA67895421E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5150A61-8DB7-3DEF-ADCD-7278189B438B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4912A9D-DD17-0284-0BB9-FD02387BA27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00EC5DE-A4A5-2DC5-34F5-10996CBD26E8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D76416C-52CD-A2EB-085A-F175D4F2DC1D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40BC9D-BC75-F7DB-A379-C800C5B47258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D44E5-F3EC-A9FC-A9FF-6F0C9277EFF8}"/>
              </a:ext>
            </a:extLst>
          </p:cNvPr>
          <p:cNvSpPr txBox="1"/>
          <p:nvPr/>
        </p:nvSpPr>
        <p:spPr>
          <a:xfrm>
            <a:off x="7390907" y="953974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Solution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4335AC-16A7-4BD4-64F0-BE50924DB9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357" b="11083"/>
          <a:stretch>
            <a:fillRect/>
          </a:stretch>
        </p:blipFill>
        <p:spPr>
          <a:xfrm>
            <a:off x="3682122" y="5390127"/>
            <a:ext cx="14096892" cy="4114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ADF652-043C-629E-3F30-4CA6761BCC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590" t="54872" r="1642" b="3714"/>
          <a:stretch>
            <a:fillRect/>
          </a:stretch>
        </p:blipFill>
        <p:spPr>
          <a:xfrm>
            <a:off x="3752110" y="1834152"/>
            <a:ext cx="14016561" cy="34377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F590B5-2607-EFCF-5BBB-3A10A1161F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7" t="3101" r="80665" b="2199"/>
          <a:stretch>
            <a:fillRect/>
          </a:stretch>
        </p:blipFill>
        <p:spPr>
          <a:xfrm>
            <a:off x="545833" y="1718543"/>
            <a:ext cx="3162793" cy="766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420C-219B-15C2-FBEE-BD93803A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55029B-FD34-E01C-460B-8C008E0CCE66}"/>
              </a:ext>
            </a:extLst>
          </p:cNvPr>
          <p:cNvSpPr/>
          <p:nvPr/>
        </p:nvSpPr>
        <p:spPr>
          <a:xfrm>
            <a:off x="545833" y="491935"/>
            <a:ext cx="4940567" cy="1226608"/>
          </a:xfrm>
          <a:custGeom>
            <a:avLst/>
            <a:gdLst/>
            <a:ahLst/>
            <a:cxnLst/>
            <a:rect l="l" t="t" r="r" b="b"/>
            <a:pathLst>
              <a:path w="4940567" h="1226608">
                <a:moveTo>
                  <a:pt x="0" y="0"/>
                </a:moveTo>
                <a:lnTo>
                  <a:pt x="4940567" y="0"/>
                </a:lnTo>
                <a:lnTo>
                  <a:pt x="4940567" y="1226608"/>
                </a:lnTo>
                <a:lnTo>
                  <a:pt x="0" y="122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50" r="-1386" b="-482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4B12F4-310D-7496-A6A6-B8202A603ACD}"/>
              </a:ext>
            </a:extLst>
          </p:cNvPr>
          <p:cNvGrpSpPr/>
          <p:nvPr/>
        </p:nvGrpSpPr>
        <p:grpSpPr>
          <a:xfrm>
            <a:off x="16716507" y="374283"/>
            <a:ext cx="1085586" cy="1461912"/>
            <a:chOff x="0" y="0"/>
            <a:chExt cx="1447448" cy="194921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8C2D710-6135-C1C0-7FBE-B083667575D7}"/>
                </a:ext>
              </a:extLst>
            </p:cNvPr>
            <p:cNvGrpSpPr/>
            <p:nvPr/>
          </p:nvGrpSpPr>
          <p:grpSpPr>
            <a:xfrm>
              <a:off x="0" y="0"/>
              <a:ext cx="1447448" cy="1447448"/>
              <a:chOff x="0" y="0"/>
              <a:chExt cx="812800" cy="812800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5E0C86-D67E-6D1B-C003-C91FBB4CEAF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EE79E56-A34A-8E30-28CF-42DA09B23C12}"/>
                </a:ext>
              </a:extLst>
            </p:cNvPr>
            <p:cNvSpPr txBox="1"/>
            <p:nvPr/>
          </p:nvSpPr>
          <p:spPr>
            <a:xfrm>
              <a:off x="30772" y="1380773"/>
              <a:ext cx="1385904" cy="56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3"/>
                </a:lnSpc>
                <a:spcBef>
                  <a:spcPct val="0"/>
                </a:spcBef>
              </a:pPr>
              <a:r>
                <a:rPr lang="en-US" sz="2530">
                  <a:solidFill>
                    <a:srgbClr val="000000"/>
                  </a:solidFill>
                  <a:latin typeface="Squada One"/>
                  <a:ea typeface="Squada One"/>
                  <a:cs typeface="Squada One"/>
                  <a:sym typeface="Squada One"/>
                </a:rPr>
                <a:t>ABHEDYA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07BD63B-5797-E4A9-74C6-3990BA258609}"/>
              </a:ext>
            </a:extLst>
          </p:cNvPr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037AA28-9CDF-AF68-5E86-CA17ED936CE0}"/>
              </a:ext>
            </a:extLst>
          </p:cNvPr>
          <p:cNvSpPr/>
          <p:nvPr/>
        </p:nvSpPr>
        <p:spPr>
          <a:xfrm flipH="1" flipV="1"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58E64-6555-9DBC-F421-00615D57B651}"/>
              </a:ext>
            </a:extLst>
          </p:cNvPr>
          <p:cNvSpPr txBox="1"/>
          <p:nvPr/>
        </p:nvSpPr>
        <p:spPr>
          <a:xfrm>
            <a:off x="7169016" y="1105239"/>
            <a:ext cx="394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8B2D0C-0712-4DFF-8460-F3B97C78B2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7" t="8902" b="18544"/>
          <a:stretch>
            <a:fillRect/>
          </a:stretch>
        </p:blipFill>
        <p:spPr>
          <a:xfrm>
            <a:off x="545832" y="2065426"/>
            <a:ext cx="17233181" cy="711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4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38</Words>
  <Application>Microsoft Office PowerPoint</Application>
  <PresentationFormat>Custom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Calibri</vt:lpstr>
      <vt:lpstr>Squada One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build secure</dc:title>
  <cp:lastModifiedBy>Ranya Mishra</cp:lastModifiedBy>
  <cp:revision>3</cp:revision>
  <dcterms:created xsi:type="dcterms:W3CDTF">2006-08-16T00:00:00Z</dcterms:created>
  <dcterms:modified xsi:type="dcterms:W3CDTF">2026-10-05T17:59:16Z</dcterms:modified>
  <dc:identifier>DAHWZsrV78A</dc:identifier>
</cp:coreProperties>
</file>